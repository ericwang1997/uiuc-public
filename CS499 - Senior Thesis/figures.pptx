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59" r:id="rId4"/>
    <p:sldId id="263" r:id="rId5"/>
    <p:sldId id="260" r:id="rId6"/>
    <p:sldId id="264" r:id="rId7"/>
    <p:sldId id="261" r:id="rId8"/>
    <p:sldId id="265" r:id="rId9"/>
    <p:sldId id="257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78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A901-7538-40A6-B57F-731495217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94163-FF0F-4689-A5FB-3D048B293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4EAD9-9639-4413-9937-237C5F4A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E45DB-168C-45CD-B8EC-7D97687B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8223-6A59-46EF-9499-8EF3839B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1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0B4E-CD7B-43DF-8E2B-48147F42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DFE9-BD9B-4245-9318-4DE339B04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E66B7-4004-460B-ABF9-2959FB6A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8EB07-2F0C-49C2-B438-BBD50F5B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DC32-46B8-4ED2-93E7-E2A70494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6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4DC0-6029-4C18-8556-56FCCC2A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126DB-1F1E-495D-8E8B-A915005F7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E8CDB-5781-4A5C-9295-45BE0A15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B9A34-7F6B-44ED-B71F-79BBF45F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0A118-0D97-4BD9-90B0-18E5EF9C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1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0449-08A3-48F8-876C-360A62DF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2CC94-8EBA-4ACE-B12A-3B8727DE9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B9BBB-35B3-4320-B11F-CCE5FA92B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6F69A-ABCA-4B52-A119-58667707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06DB6-0B66-4F4F-AB92-60CF2594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DDCEF-7B80-4898-9045-E3918066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42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1263-B34A-45FD-85B7-3C85F278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BEB44-4227-4A5D-AB6E-2E59E9EE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D2045-A2DE-4A4A-B2F9-97DAB5E12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C16B4-4022-4B54-834D-658063283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7C536-F7DE-4C1A-A953-9D3630DC3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AF7F5-E613-4DE3-9400-AC54A035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7A23E8-2B7C-479D-8A9E-1C06D94A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DB1DA-1450-4B25-BE8D-22014D3C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6806-9C64-42A8-B8C8-D639713C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6E129-E53F-4750-90F3-D2959CA9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87BC9-F58A-49A5-9C50-BFB29C3A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D5F82-D01D-433A-87B9-5986A7C1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9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D14E5-432C-4ED1-98A2-6783FCEE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C6B2B8-8D0D-42A0-8D87-671E68E9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AD20D-1CCF-4C99-AD0F-6FF04BE8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2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9BD0-AF7A-44E5-89C1-FE8B0BB1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9A1C7-E7B3-476D-A205-488392207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D9E4E-A9E0-49BA-9162-71742727E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1716E-2602-457E-955F-CCD1DF92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72CC0-FB8F-42C1-9A3B-BFCA9994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E08B8-AA88-483F-BEF9-4156919A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02C9-D526-4469-8CEA-2AD2E19A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6348B-065D-47AC-BADD-59F46AC6F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EA41-D63B-4417-BAE2-C34BB8EB5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C17B9-E915-4EF2-9E7F-B8047DB2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95FC8-E0AE-4C6C-89D3-440C7A41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90B7C-AFC1-4044-8D75-B07F39AA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4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A876-0702-4FF5-8A67-873378B2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79E99-6836-4CC9-B45E-4BDAE5ACB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17B81-4533-4B37-A2E9-4D1BC287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57081-FA31-47ED-BCEF-5EA6020F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4D5F4-BEA1-4CDE-ADA0-5D18D0CE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1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DBEC5-E713-4A83-97F9-494065B0E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B9131-59B7-4601-BB14-54A03C825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97909-375B-4BBF-8441-6436A8CB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DBFAF-13B7-4595-B92E-A4AE1958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5451C-8145-4029-A2C1-23DFB267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6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141D8-63FC-47DB-A0C4-2C8F1BF3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9B078-DACE-49E3-AD64-378B7C32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5A2E8-E024-4744-BC75-ACD26AE49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B1736-3845-47DD-958C-B16893EA3F3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3D9D7-7258-4B3F-BA35-789AAE7BC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45A4B-6E45-4F89-AB50-8F090FB57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15AFA-1114-49B9-AAF6-76FB5F747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5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4FDD-F2C2-45DC-AB2F-85B958AF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lane </a:t>
            </a:r>
          </a:p>
        </p:txBody>
      </p:sp>
    </p:spTree>
    <p:extLst>
      <p:ext uri="{BB962C8B-B14F-4D97-AF65-F5344CB8AC3E}">
        <p14:creationId xmlns:p14="http://schemas.microsoft.com/office/powerpoint/2010/main" val="111809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8D1BAA8-95D3-4536-923B-B4D8CA669FEF}"/>
              </a:ext>
            </a:extLst>
          </p:cNvPr>
          <p:cNvGrpSpPr/>
          <p:nvPr/>
        </p:nvGrpSpPr>
        <p:grpSpPr>
          <a:xfrm>
            <a:off x="-2" y="0"/>
            <a:ext cx="3749881" cy="3429000"/>
            <a:chOff x="-2" y="0"/>
            <a:chExt cx="3749881" cy="34290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B95AB2D-0481-4137-94C4-EAD61A2B91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4939" y="1929468"/>
              <a:ext cx="0" cy="47433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BCF89E6-5194-49F2-A965-E299EDFCD4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8682" y="244679"/>
              <a:ext cx="0" cy="47433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0E5DDDA-44CA-4DA5-9094-F0E12E02B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6300" y="644904"/>
              <a:ext cx="870358" cy="870358"/>
            </a:xfrm>
            <a:prstGeom prst="rect">
              <a:avLst/>
            </a:prstGeom>
          </p:spPr>
        </p:pic>
        <p:pic>
          <p:nvPicPr>
            <p:cNvPr id="13" name="Picture 1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72F94476-3D16-43B1-9D92-EEA441F64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9760" y="2348917"/>
              <a:ext cx="870358" cy="87035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B96183-1260-40CA-989D-7C8015F9006D}"/>
                </a:ext>
              </a:extLst>
            </p:cNvPr>
            <p:cNvSpPr/>
            <p:nvPr/>
          </p:nvSpPr>
          <p:spPr>
            <a:xfrm>
              <a:off x="-2" y="0"/>
              <a:ext cx="1568743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2EA3C2-26A5-4A15-A4E2-08A33288D248}"/>
                </a:ext>
              </a:extLst>
            </p:cNvPr>
            <p:cNvSpPr/>
            <p:nvPr/>
          </p:nvSpPr>
          <p:spPr>
            <a:xfrm>
              <a:off x="2181136" y="0"/>
              <a:ext cx="1568743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088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CB4A6-7765-4AD8-AAD0-7909C3B8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lane (passing) </a:t>
            </a:r>
          </a:p>
        </p:txBody>
      </p:sp>
    </p:spTree>
    <p:extLst>
      <p:ext uri="{BB962C8B-B14F-4D97-AF65-F5344CB8AC3E}">
        <p14:creationId xmlns:p14="http://schemas.microsoft.com/office/powerpoint/2010/main" val="114018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228F23CF-EA53-4D88-846F-52714598146E}"/>
              </a:ext>
            </a:extLst>
          </p:cNvPr>
          <p:cNvGrpSpPr/>
          <p:nvPr/>
        </p:nvGrpSpPr>
        <p:grpSpPr>
          <a:xfrm>
            <a:off x="1" y="0"/>
            <a:ext cx="3289733" cy="3440535"/>
            <a:chOff x="1" y="0"/>
            <a:chExt cx="3289733" cy="344053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190A37-F113-4696-B124-2CC9E03ADABE}"/>
                </a:ext>
              </a:extLst>
            </p:cNvPr>
            <p:cNvGrpSpPr/>
            <p:nvPr/>
          </p:nvGrpSpPr>
          <p:grpSpPr>
            <a:xfrm>
              <a:off x="1572308" y="1451298"/>
              <a:ext cx="652243" cy="971023"/>
              <a:chOff x="5769878" y="4261610"/>
              <a:chExt cx="652243" cy="971023"/>
            </a:xfrm>
          </p:grpSpPr>
          <p:pic>
            <p:nvPicPr>
              <p:cNvPr id="30" name="Picture 29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3A31B2F9-1D3A-409C-B3A5-0ACE5F753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9878" y="4580390"/>
                <a:ext cx="652243" cy="652243"/>
              </a:xfrm>
              <a:prstGeom prst="rect">
                <a:avLst/>
              </a:prstGeom>
            </p:spPr>
          </p:pic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9152530-376E-44AE-A3DF-2B1EEAE495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5999" y="4261610"/>
                <a:ext cx="0" cy="31878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6" name="Picture 3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D3F4FF1A-2497-4D55-A747-84FE0FFDA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2308" y="2776757"/>
              <a:ext cx="652243" cy="652243"/>
            </a:xfrm>
            <a:prstGeom prst="rect">
              <a:avLst/>
            </a:prstGeom>
          </p:spPr>
        </p:pic>
        <p:pic>
          <p:nvPicPr>
            <p:cNvPr id="38" name="Picture 3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F4D0EACF-001D-4219-B427-4ABB7BD3A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2308" y="362827"/>
              <a:ext cx="652243" cy="652243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DA91970-A1BF-4889-9C50-183D8FD7D693}"/>
                </a:ext>
              </a:extLst>
            </p:cNvPr>
            <p:cNvSpPr/>
            <p:nvPr/>
          </p:nvSpPr>
          <p:spPr>
            <a:xfrm>
              <a:off x="1" y="0"/>
              <a:ext cx="1140893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A8FBFE5-F6B2-4671-A83E-E4EA7717612F}"/>
                </a:ext>
              </a:extLst>
            </p:cNvPr>
            <p:cNvSpPr/>
            <p:nvPr/>
          </p:nvSpPr>
          <p:spPr>
            <a:xfrm>
              <a:off x="2148840" y="0"/>
              <a:ext cx="1140894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9831A76-8FC3-462C-B703-277F91090204}"/>
                </a:ext>
              </a:extLst>
            </p:cNvPr>
            <p:cNvCxnSpPr/>
            <p:nvPr/>
          </p:nvCxnSpPr>
          <p:spPr>
            <a:xfrm>
              <a:off x="1648017" y="11535"/>
              <a:ext cx="0" cy="3429000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C457F11-FF01-4556-983C-509A2B0CC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8429" y="44047"/>
              <a:ext cx="0" cy="31878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3DB6B105-5593-4C84-8DC2-F32F749FDEAC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rot="10800000" flipH="1">
              <a:off x="1572308" y="1174459"/>
              <a:ext cx="239714" cy="1928420"/>
            </a:xfrm>
            <a:prstGeom prst="bentConnector4">
              <a:avLst>
                <a:gd name="adj1" fmla="val -95364"/>
                <a:gd name="adj2" fmla="val 100218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B215DEE-A59A-40D8-9C57-5BD61358BDBC}"/>
                </a:ext>
              </a:extLst>
            </p:cNvPr>
            <p:cNvCxnSpPr/>
            <p:nvPr/>
          </p:nvCxnSpPr>
          <p:spPr>
            <a:xfrm flipH="1">
              <a:off x="2055303" y="3102878"/>
              <a:ext cx="3858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B25F843-1E50-471C-B022-F9DBCCF788DB}"/>
                </a:ext>
              </a:extLst>
            </p:cNvPr>
            <p:cNvSpPr txBox="1"/>
            <p:nvPr/>
          </p:nvSpPr>
          <p:spPr>
            <a:xfrm>
              <a:off x="2392121" y="2910980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964C17F-D0E6-49AF-9EA1-412953CAF247}"/>
                </a:ext>
              </a:extLst>
            </p:cNvPr>
            <p:cNvSpPr txBox="1"/>
            <p:nvPr/>
          </p:nvSpPr>
          <p:spPr>
            <a:xfrm>
              <a:off x="2389179" y="504282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658CF07-AAF7-45EC-9404-88452A7AF984}"/>
                </a:ext>
              </a:extLst>
            </p:cNvPr>
            <p:cNvSpPr txBox="1"/>
            <p:nvPr/>
          </p:nvSpPr>
          <p:spPr>
            <a:xfrm>
              <a:off x="2389179" y="1911533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92A22F9-DE19-4206-A7F7-28DBFCA36EB1}"/>
                </a:ext>
              </a:extLst>
            </p:cNvPr>
            <p:cNvCxnSpPr/>
            <p:nvPr/>
          </p:nvCxnSpPr>
          <p:spPr>
            <a:xfrm flipH="1">
              <a:off x="2049710" y="688948"/>
              <a:ext cx="3858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05BFF0E-BF7B-48BA-B35F-A0B9434963FD}"/>
                </a:ext>
              </a:extLst>
            </p:cNvPr>
            <p:cNvCxnSpPr/>
            <p:nvPr/>
          </p:nvCxnSpPr>
          <p:spPr>
            <a:xfrm flipH="1">
              <a:off x="2049710" y="2096199"/>
              <a:ext cx="3858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CDE5055-E58C-41E1-8EE0-4B7287180598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>
              <a:off x="1898430" y="1770078"/>
              <a:ext cx="114677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5ED8936-6B5F-4B1D-81EC-A99FAF86CC84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>
              <a:off x="1898430" y="362827"/>
              <a:ext cx="1135443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C82FB4C-3790-434C-BFA7-99C31C164D29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09" y="362827"/>
              <a:ext cx="2306" cy="140725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DFECC37-A9BA-42E0-9CF7-EE8001E3EB1F}"/>
                </a:ext>
              </a:extLst>
            </p:cNvPr>
            <p:cNvSpPr txBox="1"/>
            <p:nvPr/>
          </p:nvSpPr>
          <p:spPr>
            <a:xfrm>
              <a:off x="2861480" y="825270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C109EB2-D3F1-4ECD-A75D-32F41F504936}"/>
              </a:ext>
            </a:extLst>
          </p:cNvPr>
          <p:cNvGrpSpPr/>
          <p:nvPr/>
        </p:nvGrpSpPr>
        <p:grpSpPr>
          <a:xfrm>
            <a:off x="8902267" y="3440535"/>
            <a:ext cx="3289733" cy="3440535"/>
            <a:chOff x="8902267" y="3440535"/>
            <a:chExt cx="3289733" cy="344053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736E130-1EFB-4ABD-B62B-74B083DF6158}"/>
                </a:ext>
              </a:extLst>
            </p:cNvPr>
            <p:cNvGrpSpPr/>
            <p:nvPr/>
          </p:nvGrpSpPr>
          <p:grpSpPr>
            <a:xfrm>
              <a:off x="10492679" y="5331926"/>
              <a:ext cx="652243" cy="971023"/>
              <a:chOff x="5769878" y="4261610"/>
              <a:chExt cx="652243" cy="971023"/>
            </a:xfrm>
          </p:grpSpPr>
          <p:pic>
            <p:nvPicPr>
              <p:cNvPr id="66" name="Picture 65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4D521CF2-484D-4ECA-A5EA-7862B44AD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9878" y="4580390"/>
                <a:ext cx="652243" cy="652243"/>
              </a:xfrm>
              <a:prstGeom prst="rect">
                <a:avLst/>
              </a:prstGeom>
            </p:spPr>
          </p:pic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7601F4C-156D-430E-94C6-C592596E0D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5999" y="4261610"/>
                <a:ext cx="0" cy="318780"/>
              </a:xfrm>
              <a:prstGeom prst="straightConnector1">
                <a:avLst/>
              </a:prstGeom>
              <a:ln w="508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8" name="Picture 6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891ABF9-39F9-4A1F-BB51-A5B5DD895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8464" y="5165195"/>
              <a:ext cx="652243" cy="652243"/>
            </a:xfrm>
            <a:prstGeom prst="rect">
              <a:avLst/>
            </a:prstGeom>
          </p:spPr>
        </p:pic>
        <p:pic>
          <p:nvPicPr>
            <p:cNvPr id="69" name="Picture 6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6FFC3C0-A14C-4298-AA15-6EFFF2131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4574" y="3803362"/>
              <a:ext cx="652243" cy="652243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95C26EA-9F97-4FBD-9069-4E332CFEB275}"/>
                </a:ext>
              </a:extLst>
            </p:cNvPr>
            <p:cNvSpPr/>
            <p:nvPr/>
          </p:nvSpPr>
          <p:spPr>
            <a:xfrm>
              <a:off x="8902267" y="3440535"/>
              <a:ext cx="1140893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F9418F2-0276-400F-BE71-C54D5AF75A35}"/>
                </a:ext>
              </a:extLst>
            </p:cNvPr>
            <p:cNvSpPr/>
            <p:nvPr/>
          </p:nvSpPr>
          <p:spPr>
            <a:xfrm>
              <a:off x="11051106" y="3440535"/>
              <a:ext cx="1140894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8D32B4D-1624-4F34-8E35-1DD8E14C2D62}"/>
                </a:ext>
              </a:extLst>
            </p:cNvPr>
            <p:cNvCxnSpPr/>
            <p:nvPr/>
          </p:nvCxnSpPr>
          <p:spPr>
            <a:xfrm>
              <a:off x="10550283" y="3452070"/>
              <a:ext cx="0" cy="3429000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D1380F9B-3273-47D1-BCE5-3151080116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695" y="3484582"/>
              <a:ext cx="0" cy="31878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4B45316F-300C-4336-854A-A48CF88A9CBE}"/>
                </a:ext>
              </a:extLst>
            </p:cNvPr>
            <p:cNvCxnSpPr>
              <a:cxnSpLocks/>
            </p:cNvCxnSpPr>
            <p:nvPr/>
          </p:nvCxnSpPr>
          <p:spPr>
            <a:xfrm>
              <a:off x="9815119" y="5530228"/>
              <a:ext cx="35783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D0F3459-52A7-4C87-AFEE-CD0D2BC0D34D}"/>
                </a:ext>
              </a:extLst>
            </p:cNvPr>
            <p:cNvSpPr txBox="1"/>
            <p:nvPr/>
          </p:nvSpPr>
          <p:spPr>
            <a:xfrm>
              <a:off x="9490948" y="5343461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5A3DB36-030C-41BC-986B-401F120CED42}"/>
                </a:ext>
              </a:extLst>
            </p:cNvPr>
            <p:cNvSpPr txBox="1"/>
            <p:nvPr/>
          </p:nvSpPr>
          <p:spPr>
            <a:xfrm>
              <a:off x="11291445" y="3944817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B438EB9-676F-47D7-9095-838B44F8AFA6}"/>
                </a:ext>
              </a:extLst>
            </p:cNvPr>
            <p:cNvSpPr txBox="1"/>
            <p:nvPr/>
          </p:nvSpPr>
          <p:spPr>
            <a:xfrm>
              <a:off x="11214480" y="5781898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A8ABB33-6F2F-4F74-9B98-FDC654BDF0B5}"/>
                </a:ext>
              </a:extLst>
            </p:cNvPr>
            <p:cNvCxnSpPr/>
            <p:nvPr/>
          </p:nvCxnSpPr>
          <p:spPr>
            <a:xfrm flipH="1">
              <a:off x="10951976" y="4129483"/>
              <a:ext cx="3858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60DBC77-7A3C-47F3-9D00-97080AAFC005}"/>
                </a:ext>
              </a:extLst>
            </p:cNvPr>
            <p:cNvCxnSpPr/>
            <p:nvPr/>
          </p:nvCxnSpPr>
          <p:spPr>
            <a:xfrm flipH="1">
              <a:off x="10905552" y="5966564"/>
              <a:ext cx="3858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C437360-6387-45A8-8C7B-48C0EA204AE1}"/>
                </a:ext>
              </a:extLst>
            </p:cNvPr>
            <p:cNvCxnSpPr>
              <a:cxnSpLocks/>
              <a:stCxn id="66" idx="0"/>
            </p:cNvCxnSpPr>
            <p:nvPr/>
          </p:nvCxnSpPr>
          <p:spPr>
            <a:xfrm>
              <a:off x="10818801" y="5650706"/>
              <a:ext cx="114677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3A67518-2972-469A-B43E-517E6B39FDB3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>
              <a:off x="10800696" y="3803362"/>
              <a:ext cx="1135443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4C90513-5893-4247-8046-4C33691E85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58268" y="3803362"/>
              <a:ext cx="12607" cy="184734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F434-78E7-40BC-A48C-045D015299CF}"/>
                </a:ext>
              </a:extLst>
            </p:cNvPr>
            <p:cNvSpPr txBox="1"/>
            <p:nvPr/>
          </p:nvSpPr>
          <p:spPr>
            <a:xfrm>
              <a:off x="11763746" y="4265805"/>
              <a:ext cx="385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861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F9AF-C7BF-4A92-9B3E-F5F9D117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lane (fast) </a:t>
            </a:r>
          </a:p>
        </p:txBody>
      </p:sp>
    </p:spTree>
    <p:extLst>
      <p:ext uri="{BB962C8B-B14F-4D97-AF65-F5344CB8AC3E}">
        <p14:creationId xmlns:p14="http://schemas.microsoft.com/office/powerpoint/2010/main" val="62148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7218ECB-1047-440E-8D5E-0A1C6BBFBD32}"/>
              </a:ext>
            </a:extLst>
          </p:cNvPr>
          <p:cNvGrpSpPr/>
          <p:nvPr/>
        </p:nvGrpSpPr>
        <p:grpSpPr>
          <a:xfrm>
            <a:off x="1" y="0"/>
            <a:ext cx="3289733" cy="3440535"/>
            <a:chOff x="1" y="0"/>
            <a:chExt cx="3289733" cy="3440535"/>
          </a:xfrm>
        </p:grpSpPr>
        <p:pic>
          <p:nvPicPr>
            <p:cNvPr id="45" name="Picture 4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FB060F8-4CC0-4FE9-8CEC-93C075575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3657" y="972078"/>
              <a:ext cx="652243" cy="652243"/>
            </a:xfrm>
            <a:prstGeom prst="rect">
              <a:avLst/>
            </a:prstGeom>
          </p:spPr>
        </p:pic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9B235D1-5F95-4123-8E15-7891F6277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3693" y="503343"/>
              <a:ext cx="0" cy="468735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7DD4FF67-3E02-4326-86DC-4F6C02C2D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2308" y="2033280"/>
              <a:ext cx="652243" cy="652243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F0FC2F-7835-43C1-8FC6-979CDC92E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8429" y="1714500"/>
              <a:ext cx="0" cy="31878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9F366CA0-B980-4459-BCF7-EBF7E316E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182" y="2599539"/>
              <a:ext cx="652243" cy="652243"/>
            </a:xfrm>
            <a:prstGeom prst="rect">
              <a:avLst/>
            </a:prstGeom>
          </p:spPr>
        </p:pic>
        <p:pic>
          <p:nvPicPr>
            <p:cNvPr id="21" name="Picture 20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D068D8B4-EB49-41FA-BBD6-1D0884B6A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2308" y="362827"/>
              <a:ext cx="652243" cy="652243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3D04D2F-3004-44EE-8AC3-6CA716BB9294}"/>
                </a:ext>
              </a:extLst>
            </p:cNvPr>
            <p:cNvSpPr/>
            <p:nvPr/>
          </p:nvSpPr>
          <p:spPr>
            <a:xfrm>
              <a:off x="1" y="0"/>
              <a:ext cx="1140893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CB05420-6E08-4990-A441-0BC021378B4E}"/>
                </a:ext>
              </a:extLst>
            </p:cNvPr>
            <p:cNvSpPr/>
            <p:nvPr/>
          </p:nvSpPr>
          <p:spPr>
            <a:xfrm>
              <a:off x="2148840" y="0"/>
              <a:ext cx="1140894" cy="34290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443B479-648D-4C6A-A358-BFB3174BAC4D}"/>
                </a:ext>
              </a:extLst>
            </p:cNvPr>
            <p:cNvCxnSpPr/>
            <p:nvPr/>
          </p:nvCxnSpPr>
          <p:spPr>
            <a:xfrm>
              <a:off x="1648017" y="11535"/>
              <a:ext cx="0" cy="3429000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514C1B9-B4A5-49DD-A685-F9EA7F599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8429" y="44047"/>
              <a:ext cx="0" cy="31878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1BCFA33-6DD7-40D9-938D-5CD8F2EB8B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5218" y="2130804"/>
              <a:ext cx="0" cy="468735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660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AB88-04B3-480B-AE7F-50D55E59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 </a:t>
            </a:r>
          </a:p>
        </p:txBody>
      </p:sp>
    </p:spTree>
    <p:extLst>
      <p:ext uri="{BB962C8B-B14F-4D97-AF65-F5344CB8AC3E}">
        <p14:creationId xmlns:p14="http://schemas.microsoft.com/office/powerpoint/2010/main" val="176168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9A0613A6-E689-484D-BAEB-1753DE7D3C5E}"/>
              </a:ext>
            </a:extLst>
          </p:cNvPr>
          <p:cNvGrpSpPr/>
          <p:nvPr/>
        </p:nvGrpSpPr>
        <p:grpSpPr>
          <a:xfrm>
            <a:off x="-1" y="-1"/>
            <a:ext cx="12283359" cy="6859400"/>
            <a:chOff x="-1" y="-1"/>
            <a:chExt cx="12283359" cy="68594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F0928ED-3870-4713-B7BF-1B77DBB8857A}"/>
                </a:ext>
              </a:extLst>
            </p:cNvPr>
            <p:cNvSpPr/>
            <p:nvPr/>
          </p:nvSpPr>
          <p:spPr>
            <a:xfrm>
              <a:off x="0" y="0"/>
              <a:ext cx="4251960" cy="1600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5F2030-A6DD-49AC-A3CB-FE35A75D17A8}"/>
                </a:ext>
              </a:extLst>
            </p:cNvPr>
            <p:cNvCxnSpPr>
              <a:cxnSpLocks/>
            </p:cNvCxnSpPr>
            <p:nvPr/>
          </p:nvCxnSpPr>
          <p:spPr>
            <a:xfrm>
              <a:off x="7205472" y="-1"/>
              <a:ext cx="0" cy="6858000"/>
            </a:xfrm>
            <a:prstGeom prst="line">
              <a:avLst/>
            </a:prstGeom>
            <a:ln w="12700">
              <a:solidFill>
                <a:schemeClr val="accent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63E060-89FB-405E-A66A-A48E7CA367AB}"/>
                </a:ext>
              </a:extLst>
            </p:cNvPr>
            <p:cNvSpPr/>
            <p:nvPr/>
          </p:nvSpPr>
          <p:spPr>
            <a:xfrm>
              <a:off x="5746465" y="0"/>
              <a:ext cx="731520" cy="160019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70C754-378E-4D76-A2F2-6C804F1311C7}"/>
                </a:ext>
              </a:extLst>
            </p:cNvPr>
            <p:cNvSpPr/>
            <p:nvPr/>
          </p:nvSpPr>
          <p:spPr>
            <a:xfrm>
              <a:off x="5746465" y="5257800"/>
              <a:ext cx="727481" cy="160019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09E1992-321B-44DF-887B-85E5BFAE68FB}"/>
                </a:ext>
              </a:extLst>
            </p:cNvPr>
            <p:cNvCxnSpPr>
              <a:cxnSpLocks/>
            </p:cNvCxnSpPr>
            <p:nvPr/>
          </p:nvCxnSpPr>
          <p:spPr>
            <a:xfrm>
              <a:off x="5010912" y="0"/>
              <a:ext cx="0" cy="6858000"/>
            </a:xfrm>
            <a:prstGeom prst="line">
              <a:avLst/>
            </a:prstGeom>
            <a:ln w="12700">
              <a:solidFill>
                <a:schemeClr val="accent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8FF20B-304A-4927-B0F7-58E4E98CB3D6}"/>
                </a:ext>
              </a:extLst>
            </p:cNvPr>
            <p:cNvSpPr/>
            <p:nvPr/>
          </p:nvSpPr>
          <p:spPr>
            <a:xfrm rot="5400000">
              <a:off x="9700259" y="1303020"/>
              <a:ext cx="731520" cy="425196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747F10-D0AB-4BA2-B60B-2F6402E7B4E9}"/>
                </a:ext>
              </a:extLst>
            </p:cNvPr>
            <p:cNvSpPr/>
            <p:nvPr/>
          </p:nvSpPr>
          <p:spPr>
            <a:xfrm rot="5400000">
              <a:off x="1760220" y="1303020"/>
              <a:ext cx="731520" cy="425196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C59A86-3C24-4D18-8568-7A0376EE976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31720"/>
              <a:ext cx="4996707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71B0D87-8006-4E28-BFE2-99D7993F2081}"/>
                </a:ext>
              </a:extLst>
            </p:cNvPr>
            <p:cNvCxnSpPr>
              <a:cxnSpLocks/>
            </p:cNvCxnSpPr>
            <p:nvPr/>
          </p:nvCxnSpPr>
          <p:spPr>
            <a:xfrm>
              <a:off x="-1" y="4526280"/>
              <a:ext cx="5010913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2A4541-92C8-4948-B773-E855A43C1824}"/>
                </a:ext>
              </a:extLst>
            </p:cNvPr>
            <p:cNvSpPr/>
            <p:nvPr/>
          </p:nvSpPr>
          <p:spPr>
            <a:xfrm>
              <a:off x="7940039" y="5259199"/>
              <a:ext cx="4251960" cy="1600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0EC537-4D4E-4E9D-B2C9-6840A7C15319}"/>
                </a:ext>
              </a:extLst>
            </p:cNvPr>
            <p:cNvSpPr/>
            <p:nvPr/>
          </p:nvSpPr>
          <p:spPr>
            <a:xfrm>
              <a:off x="-1" y="5257801"/>
              <a:ext cx="4251960" cy="1600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B6E5AC-CAFA-4DA8-8B8A-3433A088635A}"/>
                </a:ext>
              </a:extLst>
            </p:cNvPr>
            <p:cNvSpPr/>
            <p:nvPr/>
          </p:nvSpPr>
          <p:spPr>
            <a:xfrm>
              <a:off x="7940040" y="0"/>
              <a:ext cx="4251960" cy="1600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5B8A82D-70A6-4B57-A57E-6E1952D873AE}"/>
                </a:ext>
              </a:extLst>
            </p:cNvPr>
            <p:cNvCxnSpPr>
              <a:cxnSpLocks/>
            </p:cNvCxnSpPr>
            <p:nvPr/>
          </p:nvCxnSpPr>
          <p:spPr>
            <a:xfrm>
              <a:off x="7205472" y="4526280"/>
              <a:ext cx="4986528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F5C8ED-403E-4D24-B78D-7DA689AC7ABB}"/>
                </a:ext>
              </a:extLst>
            </p:cNvPr>
            <p:cNvCxnSpPr>
              <a:cxnSpLocks/>
            </p:cNvCxnSpPr>
            <p:nvPr/>
          </p:nvCxnSpPr>
          <p:spPr>
            <a:xfrm>
              <a:off x="7195292" y="2316760"/>
              <a:ext cx="4996707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6EFA421-AEE7-4DDB-B26C-3C583E2B108B}"/>
                </a:ext>
              </a:extLst>
            </p:cNvPr>
            <p:cNvSpPr/>
            <p:nvPr/>
          </p:nvSpPr>
          <p:spPr>
            <a:xfrm>
              <a:off x="5742432" y="3794760"/>
              <a:ext cx="734573" cy="146303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WS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62162F-C928-4C4D-A1A4-2CF9B10F9BEC}"/>
                </a:ext>
              </a:extLst>
            </p:cNvPr>
            <p:cNvSpPr/>
            <p:nvPr/>
          </p:nvSpPr>
          <p:spPr>
            <a:xfrm>
              <a:off x="5741892" y="1600201"/>
              <a:ext cx="731520" cy="1463039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WN</a:t>
              </a: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B0A07C5-158F-4282-9EFD-DA8D3499889C}"/>
                </a:ext>
              </a:extLst>
            </p:cNvPr>
            <p:cNvCxnSpPr/>
            <p:nvPr/>
          </p:nvCxnSpPr>
          <p:spPr>
            <a:xfrm>
              <a:off x="2692865" y="4526279"/>
              <a:ext cx="0" cy="73152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14D48E-13A5-49E8-AB26-2DB788868F98}"/>
                </a:ext>
              </a:extLst>
            </p:cNvPr>
            <p:cNvSpPr txBox="1"/>
            <p:nvPr/>
          </p:nvSpPr>
          <p:spPr>
            <a:xfrm>
              <a:off x="2710574" y="4703802"/>
              <a:ext cx="62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3m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B543003-0B08-43C6-A34D-5C3E03526B76}"/>
                </a:ext>
              </a:extLst>
            </p:cNvPr>
            <p:cNvSpPr txBox="1"/>
            <p:nvPr/>
          </p:nvSpPr>
          <p:spPr>
            <a:xfrm>
              <a:off x="10084044" y="0"/>
              <a:ext cx="2199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 Not drawn to scale 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86374DF-74B4-452C-8AA3-776ED8E9B7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819" y="5257798"/>
              <a:ext cx="9785" cy="160020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09376F-E12F-4AF1-A75B-9A845D16DD14}"/>
                </a:ext>
              </a:extLst>
            </p:cNvPr>
            <p:cNvSpPr txBox="1"/>
            <p:nvPr/>
          </p:nvSpPr>
          <p:spPr>
            <a:xfrm>
              <a:off x="2729398" y="5804654"/>
              <a:ext cx="816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100 m 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BD6C36-D4B9-4EC9-8518-D9513C57AFC0}"/>
                </a:ext>
              </a:extLst>
            </p:cNvPr>
            <p:cNvSpPr/>
            <p:nvPr/>
          </p:nvSpPr>
          <p:spPr>
            <a:xfrm>
              <a:off x="3950668" y="1600199"/>
              <a:ext cx="302819" cy="365759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5BD22C-63AD-41C8-81DE-8ED31A46717A}"/>
                </a:ext>
              </a:extLst>
            </p:cNvPr>
            <p:cNvSpPr/>
            <p:nvPr/>
          </p:nvSpPr>
          <p:spPr>
            <a:xfrm>
              <a:off x="7937687" y="1600199"/>
              <a:ext cx="302819" cy="365759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0C53D80-AD16-4521-96DF-1040E68042D6}"/>
                </a:ext>
              </a:extLst>
            </p:cNvPr>
            <p:cNvCxnSpPr/>
            <p:nvPr/>
          </p:nvCxnSpPr>
          <p:spPr>
            <a:xfrm flipV="1">
              <a:off x="6473412" y="6857999"/>
              <a:ext cx="1464275" cy="1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672A76F-F8D6-46D6-81B2-E78165D5C3C6}"/>
                </a:ext>
              </a:extLst>
            </p:cNvPr>
            <p:cNvCxnSpPr/>
            <p:nvPr/>
          </p:nvCxnSpPr>
          <p:spPr>
            <a:xfrm flipV="1">
              <a:off x="6465262" y="1598802"/>
              <a:ext cx="1464275" cy="1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7B90390-C60F-4064-8318-9FE9F7E8180C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74" y="4529077"/>
              <a:ext cx="0" cy="730122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1F5A4FF-7FB0-47CD-AE39-4EC0769F4401}"/>
                </a:ext>
              </a:extLst>
            </p:cNvPr>
            <p:cNvCxnSpPr>
              <a:cxnSpLocks/>
            </p:cNvCxnSpPr>
            <p:nvPr/>
          </p:nvCxnSpPr>
          <p:spPr>
            <a:xfrm>
              <a:off x="3947609" y="2331720"/>
              <a:ext cx="0" cy="73152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504EC84-4A18-47C7-A87F-2FBCB3277C55}"/>
                </a:ext>
              </a:extLst>
            </p:cNvPr>
            <p:cNvSpPr txBox="1"/>
            <p:nvPr/>
          </p:nvSpPr>
          <p:spPr>
            <a:xfrm>
              <a:off x="7349272" y="6476302"/>
              <a:ext cx="444616" cy="38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942714E-C044-4454-AC1D-725BFE2499F4}"/>
                </a:ext>
              </a:extLst>
            </p:cNvPr>
            <p:cNvSpPr txBox="1"/>
            <p:nvPr/>
          </p:nvSpPr>
          <p:spPr>
            <a:xfrm>
              <a:off x="8180514" y="4704545"/>
              <a:ext cx="444616" cy="38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804C527-BB29-43D0-9CF1-D8FDF8309D62}"/>
                </a:ext>
              </a:extLst>
            </p:cNvPr>
            <p:cNvSpPr txBox="1"/>
            <p:nvPr/>
          </p:nvSpPr>
          <p:spPr>
            <a:xfrm>
              <a:off x="6632246" y="1244261"/>
              <a:ext cx="444616" cy="38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C64DBD1-9820-4DBE-9BAD-015EB6AEEDCB}"/>
                </a:ext>
              </a:extLst>
            </p:cNvPr>
            <p:cNvSpPr txBox="1"/>
            <p:nvPr/>
          </p:nvSpPr>
          <p:spPr>
            <a:xfrm>
              <a:off x="3556563" y="2487600"/>
              <a:ext cx="444616" cy="38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3E1012C-4042-4FC6-A466-68A9AEC765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7609" y="5256401"/>
              <a:ext cx="304350" cy="1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A537B0D-8358-4210-913D-FDBF2CB60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7609" y="1603830"/>
              <a:ext cx="304350" cy="1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EBCD4B9-3226-4D8D-BA1F-C70A1CACF907}"/>
                </a:ext>
              </a:extLst>
            </p:cNvPr>
            <p:cNvSpPr txBox="1"/>
            <p:nvPr/>
          </p:nvSpPr>
          <p:spPr>
            <a:xfrm>
              <a:off x="3869109" y="5251615"/>
              <a:ext cx="444616" cy="38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B9EDCB4-79B4-4E88-87B0-3D62CF559B90}"/>
                </a:ext>
              </a:extLst>
            </p:cNvPr>
            <p:cNvSpPr txBox="1"/>
            <p:nvPr/>
          </p:nvSpPr>
          <p:spPr>
            <a:xfrm>
              <a:off x="3877476" y="1234527"/>
              <a:ext cx="444616" cy="381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877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7A86571-06D3-47E5-8DC8-82C4FFE04081}"/>
              </a:ext>
            </a:extLst>
          </p:cNvPr>
          <p:cNvGrpSpPr/>
          <p:nvPr/>
        </p:nvGrpSpPr>
        <p:grpSpPr>
          <a:xfrm>
            <a:off x="-1" y="-1"/>
            <a:ext cx="12283359" cy="6859400"/>
            <a:chOff x="-1" y="-1"/>
            <a:chExt cx="12283359" cy="68594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540A9DC-5867-4FF2-AF5E-9B192CC14DA5}"/>
                </a:ext>
              </a:extLst>
            </p:cNvPr>
            <p:cNvCxnSpPr>
              <a:cxnSpLocks/>
            </p:cNvCxnSpPr>
            <p:nvPr/>
          </p:nvCxnSpPr>
          <p:spPr>
            <a:xfrm>
              <a:off x="7574335" y="0"/>
              <a:ext cx="0" cy="6858000"/>
            </a:xfrm>
            <a:prstGeom prst="line">
              <a:avLst/>
            </a:prstGeom>
            <a:ln w="508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A06C61-B922-4558-B9D6-913BDAD0160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39712" y="0"/>
              <a:ext cx="0" cy="6858000"/>
            </a:xfrm>
            <a:prstGeom prst="line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F0928ED-3870-4713-B7BF-1B77DBB8857A}"/>
                </a:ext>
              </a:extLst>
            </p:cNvPr>
            <p:cNvSpPr/>
            <p:nvPr/>
          </p:nvSpPr>
          <p:spPr>
            <a:xfrm>
              <a:off x="0" y="0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5F2030-A6DD-49AC-A3CB-FE35A75D17A8}"/>
                </a:ext>
              </a:extLst>
            </p:cNvPr>
            <p:cNvCxnSpPr>
              <a:cxnSpLocks/>
            </p:cNvCxnSpPr>
            <p:nvPr/>
          </p:nvCxnSpPr>
          <p:spPr>
            <a:xfrm>
              <a:off x="7205472" y="-1"/>
              <a:ext cx="0" cy="6858000"/>
            </a:xfrm>
            <a:prstGeom prst="line">
              <a:avLst/>
            </a:prstGeom>
            <a:ln w="12700">
              <a:solidFill>
                <a:schemeClr val="accent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63E060-89FB-405E-A66A-A48E7CA367AB}"/>
                </a:ext>
              </a:extLst>
            </p:cNvPr>
            <p:cNvSpPr/>
            <p:nvPr/>
          </p:nvSpPr>
          <p:spPr>
            <a:xfrm>
              <a:off x="5746465" y="0"/>
              <a:ext cx="731520" cy="1600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70C754-378E-4D76-A2F2-6C804F1311C7}"/>
                </a:ext>
              </a:extLst>
            </p:cNvPr>
            <p:cNvSpPr/>
            <p:nvPr/>
          </p:nvSpPr>
          <p:spPr>
            <a:xfrm>
              <a:off x="5746465" y="5257800"/>
              <a:ext cx="727481" cy="1600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09E1992-321B-44DF-887B-85E5BFAE68FB}"/>
                </a:ext>
              </a:extLst>
            </p:cNvPr>
            <p:cNvCxnSpPr>
              <a:cxnSpLocks/>
            </p:cNvCxnSpPr>
            <p:nvPr/>
          </p:nvCxnSpPr>
          <p:spPr>
            <a:xfrm>
              <a:off x="5010912" y="0"/>
              <a:ext cx="0" cy="6858000"/>
            </a:xfrm>
            <a:prstGeom prst="line">
              <a:avLst/>
            </a:prstGeom>
            <a:ln w="12700">
              <a:solidFill>
                <a:schemeClr val="accent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8FF20B-304A-4927-B0F7-58E4E98CB3D6}"/>
                </a:ext>
              </a:extLst>
            </p:cNvPr>
            <p:cNvSpPr/>
            <p:nvPr/>
          </p:nvSpPr>
          <p:spPr>
            <a:xfrm rot="5400000">
              <a:off x="9700259" y="1303020"/>
              <a:ext cx="731520" cy="42519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747F10-D0AB-4BA2-B60B-2F6402E7B4E9}"/>
                </a:ext>
              </a:extLst>
            </p:cNvPr>
            <p:cNvSpPr/>
            <p:nvPr/>
          </p:nvSpPr>
          <p:spPr>
            <a:xfrm rot="5400000">
              <a:off x="1760220" y="1303020"/>
              <a:ext cx="731520" cy="42519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C59A86-3C24-4D18-8568-7A0376EE976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31720"/>
              <a:ext cx="4996707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71B0D87-8006-4E28-BFE2-99D7993F2081}"/>
                </a:ext>
              </a:extLst>
            </p:cNvPr>
            <p:cNvCxnSpPr>
              <a:cxnSpLocks/>
            </p:cNvCxnSpPr>
            <p:nvPr/>
          </p:nvCxnSpPr>
          <p:spPr>
            <a:xfrm>
              <a:off x="-1" y="4526280"/>
              <a:ext cx="5010913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2A4541-92C8-4948-B773-E855A43C1824}"/>
                </a:ext>
              </a:extLst>
            </p:cNvPr>
            <p:cNvSpPr/>
            <p:nvPr/>
          </p:nvSpPr>
          <p:spPr>
            <a:xfrm>
              <a:off x="7940039" y="5259199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20EC537-4D4E-4E9D-B2C9-6840A7C15319}"/>
                </a:ext>
              </a:extLst>
            </p:cNvPr>
            <p:cNvSpPr/>
            <p:nvPr/>
          </p:nvSpPr>
          <p:spPr>
            <a:xfrm>
              <a:off x="-1" y="5257801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B6E5AC-CAFA-4DA8-8B8A-3433A088635A}"/>
                </a:ext>
              </a:extLst>
            </p:cNvPr>
            <p:cNvSpPr/>
            <p:nvPr/>
          </p:nvSpPr>
          <p:spPr>
            <a:xfrm>
              <a:off x="7940040" y="0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5B8A82D-70A6-4B57-A57E-6E1952D873AE}"/>
                </a:ext>
              </a:extLst>
            </p:cNvPr>
            <p:cNvCxnSpPr>
              <a:cxnSpLocks/>
            </p:cNvCxnSpPr>
            <p:nvPr/>
          </p:nvCxnSpPr>
          <p:spPr>
            <a:xfrm>
              <a:off x="7205472" y="4526280"/>
              <a:ext cx="4986528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F5C8ED-403E-4D24-B78D-7DA689AC7ABB}"/>
                </a:ext>
              </a:extLst>
            </p:cNvPr>
            <p:cNvCxnSpPr>
              <a:cxnSpLocks/>
            </p:cNvCxnSpPr>
            <p:nvPr/>
          </p:nvCxnSpPr>
          <p:spPr>
            <a:xfrm>
              <a:off x="7195292" y="2316760"/>
              <a:ext cx="4996707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6EFA421-AEE7-4DDB-B26C-3C583E2B108B}"/>
                </a:ext>
              </a:extLst>
            </p:cNvPr>
            <p:cNvSpPr/>
            <p:nvPr/>
          </p:nvSpPr>
          <p:spPr>
            <a:xfrm>
              <a:off x="5742432" y="3794760"/>
              <a:ext cx="734573" cy="146303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WS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E62162F-C928-4C4D-A1A4-2CF9B10F9BEC}"/>
                </a:ext>
              </a:extLst>
            </p:cNvPr>
            <p:cNvSpPr/>
            <p:nvPr/>
          </p:nvSpPr>
          <p:spPr>
            <a:xfrm>
              <a:off x="5741892" y="1600201"/>
              <a:ext cx="731520" cy="146303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WN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51240C-ECC2-46C3-A159-5B7852FFDF3D}"/>
                </a:ext>
              </a:extLst>
            </p:cNvPr>
            <p:cNvCxnSpPr>
              <a:cxnSpLocks/>
            </p:cNvCxnSpPr>
            <p:nvPr/>
          </p:nvCxnSpPr>
          <p:spPr>
            <a:xfrm>
              <a:off x="5376672" y="0"/>
              <a:ext cx="0" cy="6857999"/>
            </a:xfrm>
            <a:prstGeom prst="line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37EA6EB-FCFD-44D1-B0C2-C7470935FE14}"/>
                </a:ext>
              </a:extLst>
            </p:cNvPr>
            <p:cNvCxnSpPr>
              <a:cxnSpLocks/>
            </p:cNvCxnSpPr>
            <p:nvPr/>
          </p:nvCxnSpPr>
          <p:spPr>
            <a:xfrm>
              <a:off x="4645152" y="0"/>
              <a:ext cx="0" cy="6858000"/>
            </a:xfrm>
            <a:prstGeom prst="line">
              <a:avLst/>
            </a:prstGeom>
            <a:ln w="508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Picture 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7A75EEC3-EBF6-4198-A04C-DF8EFF1B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4475" y="800099"/>
              <a:ext cx="404269" cy="959282"/>
            </a:xfrm>
            <a:prstGeom prst="rect">
              <a:avLst/>
            </a:prstGeom>
          </p:spPr>
        </p:pic>
        <p:pic>
          <p:nvPicPr>
            <p:cNvPr id="38" name="Picture 3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15827E34-057B-4B82-AC11-8CA809921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1921" y="5578258"/>
              <a:ext cx="404269" cy="959282"/>
            </a:xfrm>
            <a:prstGeom prst="rect">
              <a:avLst/>
            </a:prstGeom>
          </p:spPr>
        </p:pic>
        <p:pic>
          <p:nvPicPr>
            <p:cNvPr id="39" name="Picture 3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77BC79A-5D12-4763-BCEF-E24F7F9F5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2200" y="2523338"/>
              <a:ext cx="404269" cy="959282"/>
            </a:xfrm>
            <a:prstGeom prst="rect">
              <a:avLst/>
            </a:prstGeom>
          </p:spPr>
        </p:pic>
        <p:pic>
          <p:nvPicPr>
            <p:cNvPr id="41" name="Picture 40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90AF7E7D-62CC-4632-8049-3F2DDFC99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447051" y="1006678"/>
              <a:ext cx="404269" cy="959282"/>
            </a:xfrm>
            <a:prstGeom prst="rect">
              <a:avLst/>
            </a:prstGeom>
          </p:spPr>
        </p:pic>
        <p:pic>
          <p:nvPicPr>
            <p:cNvPr id="44" name="Picture 43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F6377E4-14A2-47FD-A2F4-72E458258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441466" y="5698923"/>
              <a:ext cx="404269" cy="959282"/>
            </a:xfrm>
            <a:prstGeom prst="rect">
              <a:avLst/>
            </a:prstGeom>
          </p:spPr>
        </p:pic>
        <p:pic>
          <p:nvPicPr>
            <p:cNvPr id="45" name="Picture 4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543F105-086B-471C-A9F6-06D1D24F2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5170814" y="2246781"/>
              <a:ext cx="404269" cy="95928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B543003-0B08-43C6-A34D-5C3E03526B76}"/>
                </a:ext>
              </a:extLst>
            </p:cNvPr>
            <p:cNvSpPr txBox="1"/>
            <p:nvPr/>
          </p:nvSpPr>
          <p:spPr>
            <a:xfrm>
              <a:off x="10084044" y="0"/>
              <a:ext cx="2199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 Not drawn to scale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1212B7-E775-4EEE-88F4-CE65569F4667}"/>
                </a:ext>
              </a:extLst>
            </p:cNvPr>
            <p:cNvSpPr txBox="1"/>
            <p:nvPr/>
          </p:nvSpPr>
          <p:spPr>
            <a:xfrm>
              <a:off x="8285923" y="1781294"/>
              <a:ext cx="1059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East ped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A8C98CE-F928-4FEF-9B23-1AFDCC4D2808}"/>
                </a:ext>
              </a:extLst>
            </p:cNvPr>
            <p:cNvSpPr txBox="1"/>
            <p:nvPr/>
          </p:nvSpPr>
          <p:spPr>
            <a:xfrm>
              <a:off x="2780217" y="3968710"/>
              <a:ext cx="1112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West ped 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5237358-0204-48BD-8383-CB20E7F4EE14}"/>
                </a:ext>
              </a:extLst>
            </p:cNvPr>
            <p:cNvSpPr/>
            <p:nvPr/>
          </p:nvSpPr>
          <p:spPr>
            <a:xfrm>
              <a:off x="6588031" y="3708760"/>
              <a:ext cx="458159" cy="444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9C939CF-5BC5-48A0-82DA-3385A7A536FC}"/>
                </a:ext>
              </a:extLst>
            </p:cNvPr>
            <p:cNvSpPr/>
            <p:nvPr/>
          </p:nvSpPr>
          <p:spPr>
            <a:xfrm>
              <a:off x="7345254" y="3689197"/>
              <a:ext cx="458159" cy="444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DC06F6-73EC-41B5-84EE-8CAA610333BC}"/>
                </a:ext>
              </a:extLst>
            </p:cNvPr>
            <p:cNvSpPr/>
            <p:nvPr/>
          </p:nvSpPr>
          <p:spPr>
            <a:xfrm>
              <a:off x="5150001" y="3708760"/>
              <a:ext cx="458159" cy="444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Q2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927DD93-CD58-4BF2-82F1-31F862887EA3}"/>
                </a:ext>
              </a:extLst>
            </p:cNvPr>
            <p:cNvSpPr/>
            <p:nvPr/>
          </p:nvSpPr>
          <p:spPr>
            <a:xfrm>
              <a:off x="4405112" y="3689197"/>
              <a:ext cx="458159" cy="444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Q3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BD6C36-D4B9-4EC9-8518-D9513C57AFC0}"/>
                </a:ext>
              </a:extLst>
            </p:cNvPr>
            <p:cNvSpPr/>
            <p:nvPr/>
          </p:nvSpPr>
          <p:spPr>
            <a:xfrm>
              <a:off x="3950668" y="1600199"/>
              <a:ext cx="302819" cy="365759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05BD22C-63AD-41C8-81DE-8ED31A46717A}"/>
                </a:ext>
              </a:extLst>
            </p:cNvPr>
            <p:cNvSpPr/>
            <p:nvPr/>
          </p:nvSpPr>
          <p:spPr>
            <a:xfrm>
              <a:off x="7937687" y="1600199"/>
              <a:ext cx="302819" cy="365759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8782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8C6D356-DF5B-45DE-831D-C8F9D6F6D749}"/>
              </a:ext>
            </a:extLst>
          </p:cNvPr>
          <p:cNvGrpSpPr/>
          <p:nvPr/>
        </p:nvGrpSpPr>
        <p:grpSpPr>
          <a:xfrm>
            <a:off x="-1" y="-1"/>
            <a:ext cx="12283359" cy="6859400"/>
            <a:chOff x="-1" y="-1"/>
            <a:chExt cx="12283359" cy="6859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9CC52CC-C4D4-4D4C-B464-F62505DF8E9C}"/>
                </a:ext>
              </a:extLst>
            </p:cNvPr>
            <p:cNvSpPr/>
            <p:nvPr/>
          </p:nvSpPr>
          <p:spPr>
            <a:xfrm>
              <a:off x="0" y="0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4C452A9-D2A9-4E28-873C-53823C2F3D7D}"/>
                </a:ext>
              </a:extLst>
            </p:cNvPr>
            <p:cNvCxnSpPr>
              <a:cxnSpLocks/>
            </p:cNvCxnSpPr>
            <p:nvPr/>
          </p:nvCxnSpPr>
          <p:spPr>
            <a:xfrm>
              <a:off x="7205472" y="-1"/>
              <a:ext cx="0" cy="6858000"/>
            </a:xfrm>
            <a:prstGeom prst="line">
              <a:avLst/>
            </a:prstGeom>
            <a:ln w="12700">
              <a:solidFill>
                <a:schemeClr val="accent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07C8ED-5D30-4389-ADFB-8C2C6190E3CD}"/>
                </a:ext>
              </a:extLst>
            </p:cNvPr>
            <p:cNvSpPr/>
            <p:nvPr/>
          </p:nvSpPr>
          <p:spPr>
            <a:xfrm>
              <a:off x="5746465" y="0"/>
              <a:ext cx="731520" cy="1600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0B02B9-BCF8-48BF-8EE2-7CB75014B6C3}"/>
                </a:ext>
              </a:extLst>
            </p:cNvPr>
            <p:cNvSpPr/>
            <p:nvPr/>
          </p:nvSpPr>
          <p:spPr>
            <a:xfrm>
              <a:off x="5746465" y="5257800"/>
              <a:ext cx="727481" cy="1600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7EE57B8-F74C-414C-A58E-31AC70C05DB9}"/>
                </a:ext>
              </a:extLst>
            </p:cNvPr>
            <p:cNvCxnSpPr>
              <a:cxnSpLocks/>
            </p:cNvCxnSpPr>
            <p:nvPr/>
          </p:nvCxnSpPr>
          <p:spPr>
            <a:xfrm>
              <a:off x="5010912" y="0"/>
              <a:ext cx="0" cy="6858000"/>
            </a:xfrm>
            <a:prstGeom prst="line">
              <a:avLst/>
            </a:prstGeom>
            <a:ln w="12700">
              <a:solidFill>
                <a:schemeClr val="accent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D32B55-9ED2-4AAB-BC83-BD031E439A41}"/>
                </a:ext>
              </a:extLst>
            </p:cNvPr>
            <p:cNvSpPr/>
            <p:nvPr/>
          </p:nvSpPr>
          <p:spPr>
            <a:xfrm rot="5400000">
              <a:off x="9700259" y="1303020"/>
              <a:ext cx="731520" cy="42519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F32424A-52CC-4376-9298-903F24EBAC71}"/>
                </a:ext>
              </a:extLst>
            </p:cNvPr>
            <p:cNvSpPr/>
            <p:nvPr/>
          </p:nvSpPr>
          <p:spPr>
            <a:xfrm rot="5400000">
              <a:off x="1760220" y="1303020"/>
              <a:ext cx="731520" cy="42519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7A6AA5D-9EC2-4E03-8155-8B1461F3355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31720"/>
              <a:ext cx="4996707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0309E36-215D-45DE-93D0-F35F2C0D5C42}"/>
                </a:ext>
              </a:extLst>
            </p:cNvPr>
            <p:cNvCxnSpPr>
              <a:cxnSpLocks/>
            </p:cNvCxnSpPr>
            <p:nvPr/>
          </p:nvCxnSpPr>
          <p:spPr>
            <a:xfrm>
              <a:off x="-1" y="4526280"/>
              <a:ext cx="5010913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9DDAB04-1E97-4D35-A753-E1DA3749471F}"/>
                </a:ext>
              </a:extLst>
            </p:cNvPr>
            <p:cNvSpPr/>
            <p:nvPr/>
          </p:nvSpPr>
          <p:spPr>
            <a:xfrm>
              <a:off x="7940039" y="5259199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D38A71B-9310-4692-B888-B0675435B174}"/>
                </a:ext>
              </a:extLst>
            </p:cNvPr>
            <p:cNvSpPr/>
            <p:nvPr/>
          </p:nvSpPr>
          <p:spPr>
            <a:xfrm>
              <a:off x="-1" y="5257801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85DB0ED-759C-49B9-BB07-430BC7432624}"/>
                </a:ext>
              </a:extLst>
            </p:cNvPr>
            <p:cNvSpPr/>
            <p:nvPr/>
          </p:nvSpPr>
          <p:spPr>
            <a:xfrm>
              <a:off x="7940040" y="0"/>
              <a:ext cx="4251960" cy="1600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F1A00DD-6C01-4209-A3D1-87D49EE4D723}"/>
                </a:ext>
              </a:extLst>
            </p:cNvPr>
            <p:cNvCxnSpPr>
              <a:cxnSpLocks/>
            </p:cNvCxnSpPr>
            <p:nvPr/>
          </p:nvCxnSpPr>
          <p:spPr>
            <a:xfrm>
              <a:off x="7205472" y="4526280"/>
              <a:ext cx="4986528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FBC878B-EF40-4D92-AF81-7E49C649647B}"/>
                </a:ext>
              </a:extLst>
            </p:cNvPr>
            <p:cNvCxnSpPr>
              <a:cxnSpLocks/>
            </p:cNvCxnSpPr>
            <p:nvPr/>
          </p:nvCxnSpPr>
          <p:spPr>
            <a:xfrm>
              <a:off x="7195292" y="2316760"/>
              <a:ext cx="4996707" cy="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D5BEE6B-7F1D-450B-9B42-3A17DD314194}"/>
                </a:ext>
              </a:extLst>
            </p:cNvPr>
            <p:cNvSpPr/>
            <p:nvPr/>
          </p:nvSpPr>
          <p:spPr>
            <a:xfrm>
              <a:off x="5742432" y="3794760"/>
              <a:ext cx="734573" cy="146303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WS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E2F8EFF-CDB8-4AF6-A989-0CB6880798B9}"/>
                </a:ext>
              </a:extLst>
            </p:cNvPr>
            <p:cNvSpPr/>
            <p:nvPr/>
          </p:nvSpPr>
          <p:spPr>
            <a:xfrm>
              <a:off x="5741892" y="1600201"/>
              <a:ext cx="731520" cy="146303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WN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8CA63DB-B91A-4AD8-9890-DBB7ECFAB6AB}"/>
                </a:ext>
              </a:extLst>
            </p:cNvPr>
            <p:cNvCxnSpPr/>
            <p:nvPr/>
          </p:nvCxnSpPr>
          <p:spPr>
            <a:xfrm flipH="1">
              <a:off x="6106514" y="4892040"/>
              <a:ext cx="749808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: Elbow 108">
              <a:extLst>
                <a:ext uri="{FF2B5EF4-FFF2-40B4-BE49-F238E27FC236}">
                  <a16:creationId xmlns:a16="http://schemas.microsoft.com/office/drawing/2014/main" id="{F6C6ECCB-6AD3-49FE-AE40-CC669238A96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0" y="2697480"/>
              <a:ext cx="6106515" cy="1552175"/>
            </a:xfrm>
            <a:prstGeom prst="bentConnector3">
              <a:avLst>
                <a:gd name="adj1" fmla="val 2486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: Elbow 119">
              <a:extLst>
                <a:ext uri="{FF2B5EF4-FFF2-40B4-BE49-F238E27FC236}">
                  <a16:creationId xmlns:a16="http://schemas.microsoft.com/office/drawing/2014/main" id="{B22B138B-FB37-434B-888F-9F0C0D488123}"/>
                </a:ext>
              </a:extLst>
            </p:cNvPr>
            <p:cNvCxnSpPr>
              <a:cxnSpLocks/>
            </p:cNvCxnSpPr>
            <p:nvPr/>
          </p:nvCxnSpPr>
          <p:spPr>
            <a:xfrm>
              <a:off x="6085484" y="2563079"/>
              <a:ext cx="6106515" cy="1552175"/>
            </a:xfrm>
            <a:prstGeom prst="bentConnector3">
              <a:avLst>
                <a:gd name="adj1" fmla="val 24860"/>
              </a:avLst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7A0DB68F-BBE0-4DB7-A768-6DEE0849F704}"/>
                </a:ext>
              </a:extLst>
            </p:cNvPr>
            <p:cNvCxnSpPr>
              <a:cxnSpLocks/>
            </p:cNvCxnSpPr>
            <p:nvPr/>
          </p:nvCxnSpPr>
          <p:spPr>
            <a:xfrm>
              <a:off x="7546847" y="4892040"/>
              <a:ext cx="4645152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FAF1843-0E94-4AD3-9B9E-E5EC01EFDC5C}"/>
                </a:ext>
              </a:extLst>
            </p:cNvPr>
            <p:cNvCxnSpPr>
              <a:cxnSpLocks/>
            </p:cNvCxnSpPr>
            <p:nvPr/>
          </p:nvCxnSpPr>
          <p:spPr>
            <a:xfrm>
              <a:off x="6839712" y="4892040"/>
              <a:ext cx="0" cy="196596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705FBC3-B037-4E4A-89F7-88419053ADD5}"/>
                </a:ext>
              </a:extLst>
            </p:cNvPr>
            <p:cNvCxnSpPr>
              <a:cxnSpLocks/>
            </p:cNvCxnSpPr>
            <p:nvPr/>
          </p:nvCxnSpPr>
          <p:spPr>
            <a:xfrm>
              <a:off x="7574335" y="4892040"/>
              <a:ext cx="0" cy="196596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FC191EA-7E64-47AA-84D0-5BE2D6FBD2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6759" y="-1"/>
              <a:ext cx="9913" cy="224028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99BFA15D-6EDA-41D5-A664-9B61659AFED8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360063" y="2225221"/>
              <a:ext cx="768096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FAB8A19-3810-4BEF-A6E2-D81A79EE1F3D}"/>
                </a:ext>
              </a:extLst>
            </p:cNvPr>
            <p:cNvCxnSpPr/>
            <p:nvPr/>
          </p:nvCxnSpPr>
          <p:spPr>
            <a:xfrm>
              <a:off x="4645152" y="0"/>
              <a:ext cx="0" cy="196596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3AA33E3F-C7F1-4DBD-9F62-3E07E2B5AD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" y="1965957"/>
              <a:ext cx="4672584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917712E9-088C-4ED0-9426-448E01800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0597" y="4139684"/>
              <a:ext cx="404269" cy="959282"/>
            </a:xfrm>
            <a:prstGeom prst="rect">
              <a:avLst/>
            </a:prstGeom>
          </p:spPr>
        </p:pic>
        <p:pic>
          <p:nvPicPr>
            <p:cNvPr id="29" name="Picture 28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7E93363-82D0-4AD3-A51E-088072784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5914223" y="1979659"/>
              <a:ext cx="404269" cy="959282"/>
            </a:xfrm>
            <a:prstGeom prst="rect">
              <a:avLst/>
            </a:prstGeom>
          </p:spPr>
        </p:pic>
        <p:pic>
          <p:nvPicPr>
            <p:cNvPr id="30" name="Picture 29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EC62BD77-4C6A-4E98-9A48-C1950039F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581936" y="3642371"/>
              <a:ext cx="404269" cy="959282"/>
            </a:xfrm>
            <a:prstGeom prst="rect">
              <a:avLst/>
            </a:prstGeom>
          </p:spPr>
        </p:pic>
        <p:pic>
          <p:nvPicPr>
            <p:cNvPr id="34" name="Picture 33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0D3DE69-5D67-42BE-945E-68BCF8212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1144232" y="4412399"/>
              <a:ext cx="404269" cy="959282"/>
            </a:xfrm>
            <a:prstGeom prst="rect">
              <a:avLst/>
            </a:prstGeom>
          </p:spPr>
        </p:pic>
        <p:pic>
          <p:nvPicPr>
            <p:cNvPr id="35" name="Picture 3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DD5158F-2A54-4A23-9175-7757753EC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2137" y="5758653"/>
              <a:ext cx="404269" cy="959282"/>
            </a:xfrm>
            <a:prstGeom prst="rect">
              <a:avLst/>
            </a:prstGeom>
          </p:spPr>
        </p:pic>
        <p:pic>
          <p:nvPicPr>
            <p:cNvPr id="36" name="Picture 35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FEE168D9-1AFD-43A9-BF96-A5EFE0C2F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5164624" y="171357"/>
              <a:ext cx="404269" cy="959282"/>
            </a:xfrm>
            <a:prstGeom prst="rect">
              <a:avLst/>
            </a:prstGeom>
          </p:spPr>
        </p:pic>
        <p:pic>
          <p:nvPicPr>
            <p:cNvPr id="37" name="Picture 36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B8CAEA63-B2A6-419D-92ED-8007986CF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78280" y="1457094"/>
              <a:ext cx="404269" cy="959282"/>
            </a:xfrm>
            <a:prstGeom prst="rect">
              <a:avLst/>
            </a:prstGeom>
          </p:spPr>
        </p:pic>
        <p:pic>
          <p:nvPicPr>
            <p:cNvPr id="38" name="Picture 3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6AA24B6-14AA-4CED-98D5-F398A680F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2965240" y="2217836"/>
              <a:ext cx="404269" cy="959282"/>
            </a:xfrm>
            <a:prstGeom prst="rect">
              <a:avLst/>
            </a:prstGeom>
          </p:spPr>
        </p:pic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1D442F5-B277-4496-95BE-C361BBF02953}"/>
                </a:ext>
              </a:extLst>
            </p:cNvPr>
            <p:cNvCxnSpPr/>
            <p:nvPr/>
          </p:nvCxnSpPr>
          <p:spPr>
            <a:xfrm>
              <a:off x="7835317" y="5620624"/>
              <a:ext cx="209725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490459-15AC-4A5F-9A99-FD7E3AB20DC4}"/>
                </a:ext>
              </a:extLst>
            </p:cNvPr>
            <p:cNvCxnSpPr/>
            <p:nvPr/>
          </p:nvCxnSpPr>
          <p:spPr>
            <a:xfrm>
              <a:off x="7836408" y="6483990"/>
              <a:ext cx="209725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41C04DD-7B2F-432C-9F24-A5E6C4EF0C65}"/>
                </a:ext>
              </a:extLst>
            </p:cNvPr>
            <p:cNvSpPr txBox="1"/>
            <p:nvPr/>
          </p:nvSpPr>
          <p:spPr>
            <a:xfrm>
              <a:off x="8045042" y="5378284"/>
              <a:ext cx="2039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speed_0 = 87.1 m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26D20E8-D5AC-4DC8-91FE-43C5BC4B7189}"/>
                </a:ext>
              </a:extLst>
            </p:cNvPr>
            <p:cNvSpPr txBox="1"/>
            <p:nvPr/>
          </p:nvSpPr>
          <p:spPr>
            <a:xfrm>
              <a:off x="8045042" y="6238294"/>
              <a:ext cx="2039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car.require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6175D3E-B0FF-43D8-AD0E-3F41ECF4B6C0}"/>
                </a:ext>
              </a:extLst>
            </p:cNvPr>
            <p:cNvSpPr txBox="1"/>
            <p:nvPr/>
          </p:nvSpPr>
          <p:spPr>
            <a:xfrm>
              <a:off x="10084044" y="0"/>
              <a:ext cx="2199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* Not drawn to scale 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4F3F7A8-259E-4CE5-99FA-CA3AD4E49785}"/>
                </a:ext>
              </a:extLst>
            </p:cNvPr>
            <p:cNvSpPr txBox="1"/>
            <p:nvPr/>
          </p:nvSpPr>
          <p:spPr>
            <a:xfrm>
              <a:off x="8285923" y="1781294"/>
              <a:ext cx="1059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East ped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2FE66C-873C-40AA-8224-6DEDA5253443}"/>
                </a:ext>
              </a:extLst>
            </p:cNvPr>
            <p:cNvSpPr txBox="1"/>
            <p:nvPr/>
          </p:nvSpPr>
          <p:spPr>
            <a:xfrm>
              <a:off x="2780217" y="3968710"/>
              <a:ext cx="1112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West ped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C937575-2DA5-4514-8D79-7713A0D4F45E}"/>
                </a:ext>
              </a:extLst>
            </p:cNvPr>
            <p:cNvSpPr/>
            <p:nvPr/>
          </p:nvSpPr>
          <p:spPr>
            <a:xfrm>
              <a:off x="3950668" y="1600199"/>
              <a:ext cx="302819" cy="365759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AEF898E-DF84-4739-9E4D-4AA519BF72D4}"/>
                </a:ext>
              </a:extLst>
            </p:cNvPr>
            <p:cNvSpPr/>
            <p:nvPr/>
          </p:nvSpPr>
          <p:spPr>
            <a:xfrm>
              <a:off x="7937687" y="1600199"/>
              <a:ext cx="302819" cy="365759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355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72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Single lane </vt:lpstr>
      <vt:lpstr>PowerPoint Presentation</vt:lpstr>
      <vt:lpstr>Double lane (passing) </vt:lpstr>
      <vt:lpstr>PowerPoint Presentation</vt:lpstr>
      <vt:lpstr>Double lane (fast) </vt:lpstr>
      <vt:lpstr>PowerPoint Presentation</vt:lpstr>
      <vt:lpstr>Intersection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Eric</dc:creator>
  <cp:lastModifiedBy>Wang, Eric</cp:lastModifiedBy>
  <cp:revision>31</cp:revision>
  <dcterms:created xsi:type="dcterms:W3CDTF">2019-10-30T15:02:58Z</dcterms:created>
  <dcterms:modified xsi:type="dcterms:W3CDTF">2019-12-16T20:43:04Z</dcterms:modified>
</cp:coreProperties>
</file>